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bm.com/topics/artificial-intelligenc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bm.com/topics/large-language-model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hyperlink" Target="https://chatgpt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gemini.googl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-scm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ithub.com/en/repositori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white100s/social_flo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Learn/Getting_started_with_the_we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Learn/Server-side/First_step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AP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hyperlink" Target="https://nextjs.org/docs/app/building-your-application/rout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https://react.de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hyperlink" Target="https://nextjs.or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hyperlink" Target="https://nextjs.org/docs/app/building-your-application/rendering/server-componen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hyperlink" Target="https://nextjs.org/docs/app/building-your-application/routing/middlewar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loudflare.com/learning/network-layer/what-is-a-computer-port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hyperlink" Target="https://vercel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hyperlink" Target="https://supabas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hyperlink" Target="https://supabase.com/docs/guides/database/postgres/row-level-securi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hyperlink" Target="https://flutter.de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pmj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hyperlink" Target="https://pnpm.i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com/claude-cod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오리엔테이션 자료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Flow — Threads 클론 프로젝트 신규 합류자를 위한 온보딩 자료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Supabase + Flutter · 모노리포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오리엔테이션은 이런 순서로 진행돼요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용어 요약 — 앞으로 나올 용어를 미리 한눈에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Claude Code 시작하기 — 계정 만들기 · 설치 · 초기 설정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커리큘럼 로드맵 — 오리엔테이션부터 1~4주차까지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프로젝트 살펴보기 — 아키텍처 · 데이터 모델 · 인증 흐름 · 웹/Flutter/관리자 앱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직접 해보기 — Claude Code 데모, Supabase 가입, Clone 받아서 실행하기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FAQ — Supabase·Vercel 말고 실무에서는 어떻게 하는지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용어 자세히 보기 — 용어 요약에 나온 용어들의 상세 설명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별첨 — 기초를 처음부터 다지고 싶을 때 추천 자료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요약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앞으로 나올 용어들을 미리 한눈에 — 자세한 설명은 뒤쪽에 있어요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(인공지능)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(거대 언어 모델)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저장소 (Repository)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모노리포 (Monorepo)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(Frontend)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(Backend)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라우팅 (Routing)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컴포넌트 / 클라이언트 컴포넌트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미들웨어 (Middleware) / 프록시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포트 (Port)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(Row Level Security)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먼저: Claude 계정 만들기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Code를 쓰려면 계정이 필요해요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= Anthropic에서 만든 AI 모델/서비스. Claude Code = 그 Claude를 터미널 안에서 쓸 수 있게 해주는 도구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https://claude.ai 에서 이메일로 무료 가입 가능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가입한 계정으로 Claude Code를 실행하면 브라우저 로그인 창이 뜨고, 로그인하면 바로 사용 가능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회사/팀에서 API 키나 Anthropic Console 계정을 따로 준다면 그걸로 로그인해도 됨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설치하기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터미널(Terminal / PowerShell)에서 한 번만 하면 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준비물: Node.js 18 이상 (https://nodejs.org 에서 설치)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-v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설치 (macOS / Windows / Linux 공통)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npm install -g @anthropic-ai/claude-code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macOS / Linux는 아래 방법으로도 설치 가능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curl -fsSL https://claude.ai/install.sh | bash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설치 확인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--version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실행 (프로젝트 폴더 안에서)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내-프로젝트-폴더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처음 실행하면 브라우저가 열리고 Claude 계정으로 로그인하라고 안내함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초기 설정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후 딱 한 번만 확인하면 되는 것들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실행 시 '이 폴더를 신뢰할까요?' 확인이 뜸 — 내가 작업할 프로젝트 폴더가 맞으면 허용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기본은 파일 수정·명령어 실행마다 승인을 물어봄 — 매번 Enter로 승인하거나, 익숙해지면 자동 승인 모드로 바꿀 수 있음(신뢰하는 프로젝트에서만 권장)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쓰는 명령어: /help(도움말), /clear(대화 새로 시작), /model(모델 변경), 종료는 Ctrl+C 두 번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파일을 프로젝트 루트에 두면 Claude Code가 실행할 때마다 자동으로 읽음 — 코딩 규칙, 주의사항 등 '이 프로젝트 설명서'를 적어두는 곳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전역 설정은 ~/.claude/ 폴더에 저장됨 — 로그인 정보, 개인 설정이 여기 보관됨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커리큘럼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오리엔테이션은 전체 과정 중 어디에 있을까요?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202124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오리엔테이션  ← 지금 여기</a:t>
            </a:r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맛보기 강의 · Claude Code &amp; AI 에이전트 기초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1주차</a:t>
            </a:r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프로젝트 시작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11296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2주차</a:t>
            </a:r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백엔드 구축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52544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</a:t>
            </a:r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기능 고도화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193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4주차</a:t>
            </a:r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배포 및 완성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오리엔테이션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0" y="502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0" y="502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맛보기 강의 · Claude Code &amp; AI 에이전트 기초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11064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Code와 AI 에이전트 기초, Next.js·Flutter·Supabase 개념, GitHub 사용법을 가볍게 실습해보는 맛보기 단계입니다. 뉴스/SNS 등 간단한 오픈소스를 활용해 부담 없이 첫 미니 서비스를 만들어보며, AI와 협업하는 개발 방식에 익숙해집니다.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시작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오리엔테이션보다 한 단계 무거운, 본격적인 내 서비스 제작을 시작합니다. 커머스 또는 플랫폼 오픈소스를 기반으로 프로젝트 구조를 이해하고 UI/UX를 내 아이디어에 맞게 수정하며, GitHub 협업과 Claude Agent를 활용한 개발 워크플로를 익힙니다.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1주차 세부 내용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시작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베이스가 될 커머스 또는 플랫폼 오픈소스 프로젝트 선정 — 내가 만들고 싶은 서비스와 가장 가까운 것 고르기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개발 환경 세팅 및 프로젝트 폴더 구조 파악 (어떤 파일이 어떤 화면을 만드는지 지도 그리기)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UI/UX를 내 아이디어에 맞게 수정하는 실습 — 색상/레이아웃/문구부터 바꿔보며 감 잡기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저장소 생성, 커밋·브랜치·PR 등 협업 워크플로 익히기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Code에게 자연어로 기능 수정을 요청하고 결과를 검토하는 습관 만들기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구축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Supabase를 활용한 데이터베이스 및 회원가입·로그인을 구현합니다. CRUD, API 연동 등 서비스 핵심 기능을 개발하고 데이터 구조 설계와 권한 관리(RLS)를 적용합니다.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2주차 세부 내용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구축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프로젝트 생성 및 서비스에 맞는 테이블 스키마 직접 설계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회원가입/로그인 구현 — 이메일 인증, 세션 유지, 로그아웃까지 인증 흐름 전체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게시글/댓글 등 핵심 데이터의 CRUD(생성·조회·수정·삭제) 기능을 프론트엔드와 연동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Security(RLS) 정책 작성 — '내 데이터는 나만 수정 가능'을 DB 레벨에서 강제하기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PostgREST 기반 자동 생성 API 활용법과 기본적인 API 설계 원칙 이해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고도화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기능(MCP, 외부 API)을 연동하고 Flutter 앱 또는 Next.js 웹 기능을 확장합니다. 코드 리팩터링과 기본 보안, 성능 개선을 진행합니다.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 세부 내용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고도화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기능 연동 실습 — MCP나 외부 API를 붙여 추천/요약/챗봇 같은 부가 기능 추가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앱 또는 Next.js 웹 중 하나를 선택해 기능을 심화 확장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리팩터링 — 중복 제거, 컴포넌트/함수 구조 정리로 유지보수하기 쉬운 코드 만들기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보안 점검 — 입력값 검증, 인증 체크 누락 여부, 환경변수(비밀키) 관리 점검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개선 — 이미지 최적화, DB 쿼리 최적화, 기본적인 캐싱 개념 적용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및 완성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배포 및 운영 환경을 설정합니다. 프로젝트를 최종 점검하고 코드 리뷰를 진행한 뒤, 완성된 서비스를 발표하고 향후 확장 방향을 제시합니다.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4주차 세부 내용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및 완성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Vercel에 배포하고 환경변수·도메인 연결 등 운영 환경 설정하기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 모니터링, 로그 확인 등 배포 후 서비스가 잘 도는지 점검하는 방법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코드 리뷰 및 QA — 팀원과 서로의 코드를 검토하며 놓친 버그 찾기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완성된 서비스를 시연하며 무엇을, 왜 그렇게 만들었는지 발표하기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실무에서는 이후 서비스 규모가 커지면 AWS/온프레미스 등으로 인프라를 옮기기도 함 (FAQ 참고)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무엇을, 왜 만들고 있는가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Threads(스레드)를 벤치마킹한 소셜 앱 — 짧은 글 피드, 좋아요, 팔로우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백엔드는 Supabase 하나로 통일: Postgres + Auth + RLS + (추후) Storage/Realtime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클라이언트는 세 개: 웹(Next.js 16), 네이티브 앱(Flutter), 관리자 웹(Next.js)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Flutter는 macOS/Windows/Android/iOS/Web까지 한 코드베이스로 커버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리포지토리 하나 안에서 각 앱을 폴더로 분리하는 모노리포 구조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한눈에 보기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 3개가 같은 Supabase 프로젝트를 공유해요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(Next.js 16)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2514600"/>
            <a:ext cx="4023360" cy="0"/>
          </a:xfrm>
          <a:prstGeom prst="line">
            <a:avLst/>
          </a:prstGeom>
          <a:noFill/>
          <a:ln w="19050">
            <a:solidFill>
              <a:srgbClr val="98999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33832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앱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(macOS/Win/Android/iOS/Web)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0" y="3886200"/>
            <a:ext cx="4023360" cy="0"/>
          </a:xfrm>
          <a:prstGeom prst="line">
            <a:avLst/>
          </a:prstGeom>
          <a:noFill/>
          <a:ln w="19050">
            <a:solidFill>
              <a:srgbClr val="98999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47548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54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앱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(Next.js)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23360" y="5257800"/>
            <a:ext cx="4023360" cy="0"/>
          </a:xfrm>
          <a:prstGeom prst="line">
            <a:avLst/>
          </a:prstGeom>
          <a:noFill/>
          <a:ln w="19050">
            <a:solidFill>
              <a:srgbClr val="98999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46720" y="2011680"/>
            <a:ext cx="3291840" cy="3749040"/>
          </a:xfrm>
          <a:prstGeom prst="roundRect">
            <a:avLst>
              <a:gd name="adj" fmla="val 2222"/>
            </a:avLst>
          </a:prstGeom>
          <a:solidFill>
            <a:srgbClr val="202124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011680"/>
            <a:ext cx="32918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DB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(로그인)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(권한 규칙)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모델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supabase/schema.sql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profiles   id(uuid, = auth.users.id) · username(unique) · display_name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avatar_url · bio · is_admin · is_banned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posts      id · author_id → profiles.id · content · reply_to_id(nullable)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likes      post_id → posts.id · user_id → profiles.id  (복합 PK)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follows    follower_id → profiles.id · following_id → profiles.id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(복합 PK, follower ≠ following 체크 제약)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모델 관계도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화살표는 '누구를 참조하는지'를 가리켜요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19202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202124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920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(사용자)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06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(게시글)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31720" y="2743200"/>
            <a:ext cx="0" cy="1463040"/>
          </a:xfrm>
          <a:prstGeom prst="line">
            <a:avLst/>
          </a:prstGeom>
          <a:noFill/>
          <a:ln w="19050">
            <a:solidFill>
              <a:srgbClr val="98999D"/>
            </a:solidFill>
            <a:prstDash val="solid"/>
            <a:headEnd type="triangl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60020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author_id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42062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4206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(좋아요)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0760" y="2743200"/>
            <a:ext cx="0" cy="1463040"/>
          </a:xfrm>
          <a:prstGeom prst="line">
            <a:avLst/>
          </a:prstGeom>
          <a:noFill/>
          <a:ln w="19050">
            <a:solidFill>
              <a:srgbClr val="98999D"/>
            </a:solidFill>
            <a:prstDash val="solid"/>
            <a:headEnd type="triangl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534924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42062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206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(팔로우)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829800" y="2743200"/>
            <a:ext cx="0" cy="1463040"/>
          </a:xfrm>
          <a:prstGeom prst="line">
            <a:avLst/>
          </a:prstGeom>
          <a:noFill/>
          <a:ln w="19050">
            <a:solidFill>
              <a:srgbClr val="98999D"/>
            </a:solidFill>
            <a:prstDash val="solid"/>
            <a:headEnd type="triangl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09828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follower_id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following_id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posts는 자기 자신도 참조해요 (reply_to_id → posts.id) — 답글 기능에 대비한 컬럼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흐름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 + 자동 프로필 생성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가입: 이메일 + 비밀번호만 입력 (아이디는 받지 않음)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auth.users insert 시 handle_new_user 트리거가 profiles row를 자동 생성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username이 없으면 user_&lt;uuid앞8자리&gt;, display_name은 이메일 앞부분으로 대체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확인(confirm email)이 켜져 있어 인증 전엔 로그인 불가 → /login?confirm=1 안내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테이블에 RLS 적용: 읽기는 공개, 쓰기는 auth.uid()가 본인 것일 때만 허용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흐름 도식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한 번으로 여기까지 자동으로 이어져요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017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(이메일 + 비밀번호)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3611880"/>
            <a:ext cx="182880" cy="0"/>
          </a:xfrm>
          <a:prstGeom prst="line">
            <a:avLst/>
          </a:prstGeom>
          <a:noFill/>
          <a:ln w="19050">
            <a:solidFill>
              <a:srgbClr val="98999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3017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0175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auth.users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3611880"/>
            <a:ext cx="182880" cy="0"/>
          </a:xfrm>
          <a:prstGeom prst="line">
            <a:avLst/>
          </a:prstGeom>
          <a:noFill/>
          <a:ln w="19050">
            <a:solidFill>
              <a:srgbClr val="98999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46320" y="3017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0175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handle_new_user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트리거 실행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3611880"/>
            <a:ext cx="182880" cy="0"/>
          </a:xfrm>
          <a:prstGeom prst="line">
            <a:avLst/>
          </a:prstGeom>
          <a:noFill/>
          <a:ln w="19050">
            <a:solidFill>
              <a:srgbClr val="98999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95160" y="3017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30175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row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생성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0" y="3611880"/>
            <a:ext cx="182880" cy="0"/>
          </a:xfrm>
          <a:prstGeom prst="line">
            <a:avLst/>
          </a:prstGeom>
          <a:noFill/>
          <a:ln w="19050">
            <a:solidFill>
              <a:srgbClr val="98999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0" y="3017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0212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30175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확인 후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가능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앱 (Next.js 16)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대부분은 서버가 미리 완성해서 보내줌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대부분이 '서버 컴포넌트'예요 — 브라우저가 아니라 서버에서 Supabase 데이터를 미리 가져와 완성된 화면으로 보내줘요 (그래서 더 빠르고, 검색엔진에도 잘 보여요)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좋아요·팔로우·글쓰기·로그인처럼 '뭔가를 바꾸는' 동작은 'Server Action'이라는 방식으로 처리해요 — 버튼을 누르면 서버 쪽 함수가 바로 실행돼요 (API를 따로 안 만들어도 됨)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요청은 먼저 프록시(proxy, 예전 이름은 middleware)를 한 번 거쳐가요 — 여기서 로그인 상태를 확인하고, 안 됐으면 로그인 페이지로 돌려보내요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Supabase에 접속하는 코드는 브라우저용/서버용으로 나뉘어 있어요 — 브라우저에서 접속하는 방법과 서버에서 접속하는 방법이 조금 다르기 때문이에요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로컬에서는 3721번 포트로 개발 서버를 띄워요 — pnpm dev 명령어 한 줄이면 끝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&amp; 테마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쿠키 기반, 서버에서 렌더링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/ 영어 지원 — src/lib/i18n/dictionaries.ts 에 모든 문구 집중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locale 쿠키로 서버 컴포넌트에서 바로 알맞은 언어 렌더링 (클라이언트 JS 불필요)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 / 라이트 테마도 동일 패턴 — theme 쿠키 + data-theme 속성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 모드는 순검정 대신 부드러운 차콜(#17181A) 사용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앱도 동일한 문구·색상 토큰을 그대로 이식 (lib/i18n, lib/theme)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Supabase 프로젝트를 그대로 사용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flutter_app/lib/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constants.dart        # Supabase URL / anon key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theme/                # AppColors, AppTheme (웹과 동일 팔레트)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i18n/                 # dictionaries.dart (웹과 동일 문구)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state/                # AppPreferences (locale/theme, SharedPreferences)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services/              # Repository (posts/likes/follows/profiles 쿼리)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models/                # Profile, Post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screens/               # Login, Signup, Feed, NewPost, Profile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 widgets/               # PostCard, LikeButton, FollowButton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Supabase 프로젝트, RLS로 권한 분리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Next.js 앱 (admin/) — 서비스 role 키 없이 anon 키 + RLS만으로 동작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profiles.is_admin 컬럼 + is_admin() security definer 함수로 권한 판정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관리자만 다른 사람의 프로필 수정(정지 처리) / 게시물 삭제 가능하도록 RLS 정책 추가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is_banned=true인 계정은 새 글/좋아요/팔로우 작성이 RLS에서 자동 차단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관리자는 SQL로 직접 지정: update profiles set is_admin=true where id=…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실행하기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터미널에서 대화하며 코드를 만드는 AI 도구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설치: npm install -g @anthropic-ai/claude-code (또는 공식 설치 스크립트)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폴더로 이동한 뒤 터미널에 claude 라고 치면 대화가 시작됨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'로그인 페이지 만들어줘' 처럼 자연어로 요청하면 파일을 직접 읽고, 쓰고, 필요하면 명령어(빌드/테스트/git)까지 실행함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코드를 복사·붙여넣기 하지 않아도 됨 — 결과물을 바로 프로젝트 안에 반영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오리엔테이션 문서와 소셜 플로우 프로젝트 전체가 Claude Code와의 대화로 만들어졌음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데모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제일 간단한 예시로 감 잡기: 자기소개 페이지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내가 입력: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"html/css로 자기소개 웹페이지 하나 만들어줘.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이름, 사진, 한 줄 소개, 연락처가 들어가면 좋겠어."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Code가 하는 일: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1. index.html, style.css 파일을 새로 만듦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2. 이름/사진/소개/연락처 영역을 채워 넣음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3. 브라우저로 열어서 결과를 바로 확인할 수 있게 안내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포인트: 복잡한 프로젝트(소셜 플로우)도 원리는 똑같음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'무엇을 만들고 싶은지'를 문장으로 여러 번 주고받는 것의 반복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Supabase가 왜 필요할까?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프로젝트를 실행하려면 '내 백엔드'가 있어야 해요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회원가입/로그인, 게시글·좋아요·팔로우 저장 — 이 모든 걸 처리할 데이터베이스와 서버가 필요함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그걸 직접 만들려면 서버 코드, 로그인 보안, DB 설계까지 다 손으로 짜야 함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Supabase를 쓰면 '내 프로젝트' 하나만 만들면 DB + 회원가입/로그인 + API가 바로 준비됨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저장소는 특정 계정에 종속되지 않음 — 각자 자기 Supabase 프로젝트를 만들어서 URL/키만 바꿔 끼우면 나만의 서비스가 됨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clone 받은 뒤 가장 먼저 할 일은: 내 Supabase 프로젝트 만들기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회원가입 &amp; 프로젝트 만들기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5분이면 끝나요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https://supabase.com 접속 → Start your project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GitHub 계정으로 로그인 (또는 이메일로 가입)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 New Project 클릭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- 프로젝트 이름 입력 (예: social-flow)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- DB 비밀번호 설정 (따로 잘 저장해두기)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- 가까운 Region 선택 후 Create new project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 1~2분 기다리면 프로젝트 생성 완료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5. 왼쪽 메뉴 Settings → API 로 이동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- Project URL, anon public key 복사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6. 이 두 값을 .env.local 에 붙여넣기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NEXT_PUBLIC_SUPABASE_URL=...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NEXT_PUBLIC_SUPABASE_ANON_KEY=...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프로젝트 Clone 받아서 실행하기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10515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 clone https://github.com/white100s/social_flow.git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social_flow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웹 (Next.js)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 install &amp;&amp; pnpm dev        # http://localhost:3721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관리자 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admin &amp;&amp; pnpm install &amp;&amp; pnpm dev   # http://localhost:3722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Flutter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flutter_app &amp;&amp; flutter pub get &amp;&amp; flutter run -d chrome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DB 스키마 적용 (최초 1회, 재실행해도 안전)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Supabase 대시보드 → SQL Editor → supabase/schema.sql 실행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구조 설명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모노리포 폴더 배치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social_flows/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src/                 # Next.js 16 웹 앱 (App Router) · 포트 3721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├─ app/              # 라우트: /, /login, /signup, /new, /profile/[username]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├─ components/       # Header, PostCard, LikeButton, FollowButton 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└─ lib/              # supabase 클라이언트, i18n 사전, theme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admin/                # 관리자 웹 앱 (Next.js) · 포트 3722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└─ src/app/          # /login, /(대시보드), /users, /posts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supabase/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└─ schema.sql        # 모든 테이블 + RLS + 관리자 정책, 하나의 파일로 통합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flutter_app/          # Flutter 클라이언트 (macOS/Windows/Android/iOS/Web)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└─ lib/               # screens/, widgets/, services/, i18n/, theme/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 docs/                 # 이 오리엔테이션 자료 생성 스크립트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안 된 것들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답글(스레드) UI — posts.reply_to_id는 이미 스키마에 있음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업로드 (Supabase Storage)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피드 업데이트 (Supabase Realtime)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신고/문의 처리 흐름을 관리자 앱에 추가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macOS/iOS는 Xcode 전체 설치 후 빌드 검증 필요, Windows는 Windows 머신에서만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묻는 질문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Supabase 말고 실무에서는 어떻게 백엔드를 만드나요?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규모와 요구사항에 따라 선택지가 훨씬 다양해요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관리형 서비스(BaaS)를 계속 쓰는 경우 — Supabase, Firebase 등을 실제 서비스에도 그대로 사용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조합으로 직접 구성 — RDS(Postgres/MySQL) + Cognito(로그인) + API Gateway/Lambda로 API를 직접 만듦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온프레미스(On-premise) — 회사 자체 데이터센터나 서버에 Postgres/MySQL을 직접 설치해 운영 (금융·공공기관처럼 데이터를 외부 클라우드에 둘 수 없는 경우 흔함)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구성은 서버 보안 패치, 백업, 장애 대응까지 팀이 책임져야 해서 운영 부담이 커지는 대신, 세밀한 제어와 비용 최적화가 가능해짐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오리엔테이션은 그 복잡한 인프라 결정을 잠시 미뤄두고 핵심 개념(DB·인증·API)에 먼저 집중하려고 Supabase를 선택한 것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Vercel 말고 실무에서는 어떻게 배포하나요?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Next.js를 Vercel 밖에서 돌리는 것도 흔한 일이에요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— Amplify(Vercel과 비슷한 자동 배포), 또는 EC2/ECS/Fargate에 직접 Docker 컨테이너로 배포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클라우드 — GCP(Cloud Run), Azure(App Service) 등 회사가 이미 쓰고 있는 클라우드에 맞춰 선택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온프레미스 / 사내 서버 — Docker + Kubernetes로 회사 자체 서버 안에서 직접 운영 (외부 인터넷 연결이 제한된 사내망 서비스 등)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앱 자체는 'node 서버로 실행 가능한 프로그램'이라 어디에 올리든 근본 원리는 같음 — Vercel은 그 배포 과정을 대신 자동화해주는 것뿐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이 오리엔테이션에서 배우는 개념(라우팅, 서버 컴포넌트, 환경변수)은 나중에 AWS/온프레미스로 옮겨도 그대로 통함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(인공지능)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사람처럼 글을 이해하고, 판단하고, 새로운 결과물을 만들어내도록 만든 컴퓨터 기술 전반을 가리키는 말이에요.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쉽게 말하면: 요즘은 이런 AI를 메모·정리·아이디어 확장을 돕는 '제2의 뇌'처럼 활용하기도 해요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https://www.ibm.com/topics/artificial-intelligence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(거대 언어 모델)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엄청나게 많은 글을 학습해서 사람처럼 자연스러운 문장을 이해하고 만들어내는 AI 모델이에요. Claude, ChatGPT, Gemini가 모두 이 LLM을 기반으로 만들어졌어요.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쉽게 말하면: 책을 어마어마하게 많이 읽은 사람에게 아무 주제나 물어보면 답해주는 것과 비슷함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https://www.ibm.com/topics/large-language-models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Anthropic이 만든 LLM(AI 모델)이자 그 모델을 쓸 수 있는 서비스 이름이에요. 이 프로젝트에서 쓰는 Claude Code도 이 Claude를 터미널 안에서 쓸 수 있게 만든 도구예요.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https://claude.ai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OpenAI가 만든 대표적인 AI 챗봇 서비스예요. GPT라는 LLM을 기반으로 대화하듯 질문에 답하거나 글을 써줘요.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https://chatgpt.com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구글이 만든 LLM이자 AI 서비스 이름이에요. 구글 검색, 안드로이드 등 구글 제품 곳곳에 연동되어 있어요.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https://gemini.google.com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코드를 수정할 때마다 그 변경 이력을 저장해두는 도구예요. 언제 무엇이 바뀌었는지 기록되고, 문제가 생기면 예전 버전으로 되돌릴 수 있어요.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쉽게 말하면: 문서 작업할 때 쓰는 '버전별로 저장하기'를 훨씬 정교하게 만든 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Git으로 관리하는 코드를 인터넷에 올려두고, 여러 사람이 같이 보고 수정할 수 있게 해주는 웹사이트예요.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쉽게 말하면: 코드를 위한 구글 드라이브 + 협업 도구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저장소 (Repository)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프로젝트의 코드와 변경 이력이 전부 들어있는 폴더예요. 흔히 '레포(repo)'라고 줄여 불러요.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https://docs.github.com/en/repositories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모노리포 (Monorepo)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개의 앱이나 서비스를 하나의 저장소 안에 같이 담아두는 방식이에요. 이 프로젝트는 웹 앱, 관리자 앱, Flutter 앱을 전부 한 저장소에 같이 두고 있어요.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https://github.com/white100s/social_flow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(Frontend)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직접 보고 클릭하는 화면 부분이에요. 웹사이트의 디자인, 버튼, 글자 등이 여기 해당돼요.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https://developer.mozilla.org/en-US/docs/Learn/Getting_started_with_the_web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(Backend)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뒤에서 데이터를 저장하고 처리하는 부분이에요. 로그인 확인, 게시글 저장 같은 일이 여기서 일어나요.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https://developer.mozilla.org/en-US/docs/Learn/Server-side/First_steps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프론트엔드가 백엔드에게 데이터를 요청하고 받을 때 쓰는, 서로 약속된 통신 방법이에요.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https://developer.mozilla.org/en-US/docs/Web/API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라우팅 (Routing)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웹사이트 주소(URL 경로)에 따라 어떤 화면을 보여줄지 정하는 것이에요. 예를 들어 '/login'으로 가면 로그인 화면이, '/profile/철수'로 가면 철수님 프로필 화면이 나오는 식이에요.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https://nextjs.org/docs/app/building-your-application/routing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메타(페이스북)가 만든 라이브러리로, 화면을 작은 조각(컴포넌트)으로 나눠서 레고처럼 조립할 수 있게 해줘요. Next.js는 이 React 위에 만들어졌어요.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기반으로 웹사이트를 쉽게 만들 수 있게 도와주는 프레임워크예요. 이 프로젝트의 웹 앱과 관리자 앱이 Next.js로 만들어졌어요.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https://nextjs.org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컴포넌트 / 클라이언트 컴포넌트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Next.js에서 화면 조각(컴포넌트)을 만드는 두 가지 방식이에요. 서버 컴포넌트는 서버가 미리 완성해서 보내주는 화면(더 빠르고 검색엔진에도 잘 보임), 클라이언트 컴포넌트는 브라우저에서 직접 동작하는 화면(버튼 클릭 같은 상호작용이 필요할 때)이에요.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https://nextjs.org/docs/app/building-your-application/rendering/server-components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미들웨어 (Middleware) / 프록시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요청이 실제 화면에 도착하기 전에 한 번 거쳐 가는 중간 단계예요. 로그인했는지 확인하고, 안 됐으면 로그인 페이지로 돌려보내는 것 같은 일을 여기서 해요.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https://nextjs.org/docs/app/building-your-application/routing/middleware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포트 (Port)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대의 컴퓨터 안에서 여러 서버(프로그램)를 구분하기 위한 번호예요. localhost:3721은 '내 컴퓨터의 3721번 문으로 들어가기'와 같은 뜻이에요.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https://www.cloudflare.com/learning/network-layer/what-is-a-computer-port/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Next.js를 만든 회사이고, Next.js로 만든 웹사이트를 인터넷에 올려서 서비스할 수 있게 해주는 배포 플랫폼이에요.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https://vercel.com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데이터베이스, 회원가입/로그인, API를 한 번에 제공해주는 서비스예요. 직접 서버를 만들지 않아도 백엔드를 빠르게 갖출 수 있어요. 이 프로젝트의 실제 데이터베이스이자 로그인 시스템이에요.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https://supabase.com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(Row Level Security)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안에서 '누가 어떤 데이터를 보고 고칠 수 있는지'를 강제하는 보안 규칙이에요. 예: '내 글은 나만 지울 수 있다'를 DB가 직접 강제함.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https://supabase.com/docs/guides/database/postgres/row-level-security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구글이 만든 도구로, 코드 하나로 아이폰, 안드로이드, 맥, 윈도우용 앱을 동시에 만들 수 있게 해줘요.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https://flutter.dev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자바스크립트 프로젝트에 필요한 외부 코드(라이브러리)를 설치하고 관리해주는 가장 기본적인 도구예요.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https://www.npmjs.com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npm과 같은 역할을 하지만 더 빠르고 디스크 공간을 아껴주는 패키지 매니저예요. 이 프로젝트는 pnpm을 사용해요.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https://pnpm.io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터미널에서 자연어로 대화하면서 코드를 대신 읽고, 쓰고, 실행까지 해주는 AI 코딩 도구예요. 이 프로젝트도 전부 Claude Code와 대화하면서 만들어졌어요.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보기: </a:t>
            </a:r>
            <a:pPr indent="0" marL="0">
              <a:buNone/>
            </a:pPr>
            <a:r>
              <a:rPr lang="en-US" sz="1500" u="sng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https://claude.com/claude-code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 개념을 처음부터 제대로 쌓고 싶다면</a:t>
            </a:r>
            <a:endParaRPr 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사이트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무료로 기초부터 다질 수 있는 곳들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 Web Docs (developer.mozilla.org) — HTML/CSS/JS, 웹 표준 문서의 정석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생활코딩 (opentutorials.org) — 한국어로 프로그래밍·Git·DB 기초를 처음부터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freeCodeCamp (freecodecamp.org) — 무료 커리큘럼 + 실습 위주 웹 개발 기초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roadmap.sh — 프론트엔드/백엔드/풀스택 등 분야별 학습 로드맵 지도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Learn (nextjs.org/learn) — Next.js 공식 인터랙티브 튜토리얼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Docs (supabase.com/docs) — Auth/DB/RLS 등 공식 가이드 + 예제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공식 Codelabs (docs.flutter.dev/codelabs) — 손으로 따라 하는 Flutter 튜토리얼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플로우 오리엔테이션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개념을 깊이 있게 잡고 싶을 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202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『클린 코드』 Robert C. Martin — 좋은 코드/나쁜 코드를 가르는 기준 세우기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『모던 자바스크립트 Deep Dive』 이웅모 — 자바스크립트 문법의 원리를 제대로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『Learning React』 Alex Banks &amp; Eve Porcello (O'Reilly) — 리액트 개념을 기초부터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『혼자 공부하는 컴퓨터 구조+운영체제』 강민철 — 코드 너머의 컴퓨터 동작 원리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『Designing Data-Intensive Applications』 Martin Kleppmann — 데이터베이스/백엔드를 깊게 (중급 이상)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Social 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소셜 플로우 오리엔테이션</dc:title>
  <dc:subject>소셜 플로우(Social Flow) 신규 합류자 온보딩 자료</dc:subject>
  <dc:creator>Social Flow</dc:creator>
  <cp:lastModifiedBy>Social Flow</cp:lastModifiedBy>
  <cp:revision>1</cp:revision>
  <dcterms:created xsi:type="dcterms:W3CDTF">2026-07-15T14:11:59Z</dcterms:created>
  <dcterms:modified xsi:type="dcterms:W3CDTF">2026-07-15T14:11:59Z</dcterms:modified>
</cp:coreProperties>
</file>