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-scm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ithub.com/en/repositorie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white100s/social_flow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Learn/Getting_started_with_the_web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Learn/Server-side/First_step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developer.mozilla.org/en-US/docs/Web/API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nextjs.or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vercel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supabase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supabase.com/docs/guides/database/postgres/row-level-securit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flutter.dev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npmj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hyperlink" Target="https://pnpm.i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com/claude-cod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자료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Flow — Threads 클론 프로젝트 신규 합류자를 위한 온보딩 자료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16 + Supabase + Flutter · 모노리포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커리큘럼 로드맵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오리엔테이션은 전체 과정 중 어디에 있을까요?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202124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  ← 지금 여기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맛보기 강의 · Claude Code &amp; AI 에이전트 기초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7004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프로젝트 시작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511296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백엔드 구축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35254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기능 고도화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519379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</a:t>
            </a:r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배포 및 완성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오리엔테이션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01200" y="50292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0" y="502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맛보기 강의 · Claude Code &amp; AI 에이전트 기초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Code와 AI 에이전트 기초, Next.js·Flutter·Supabase 개념, GitHub 사용법을 익히고 뉴스/SNS 등 오픈소스를 활용해 첫 번째 서비스를 만들어봅니다. AI와 협업하는 개발 방식을 익힙니다.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시작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커머스 또는 플랫폼 오픈소스를 기반으로 내 서비스 제작을 시작합니다. 프로젝트 구조를 이해하고 UI/UX를 내 아이디어에 맞게 수정하며, GitHub 협업과 Claude Agent를 활용한 개발 워크플로를 익힙니다.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 구축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Supabase를 활용한 데이터베이스 및 회원가입·로그인을 구현합니다. CRUD, API 연동 등 서비스 핵심 기능을 개발하고 데이터 구조 설계와 권한 관리(RLS)를 적용합니다.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기능 고도화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기능(MCP, 외부 API)을 연동하고 Flutter 앱 또는 Next.js 웹 기능을 확장합니다. 코드 리팩터링과 기본 보안, 성능 개선을 진행합니다.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4주차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및 완성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77440"/>
            <a:ext cx="110642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20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배포 및 운영 환경을 설정합니다. 프로젝트를 최종 점검하고 코드 리뷰를 진행한 뒤, 완성된 서비스를 발표하고 향후 확장 방향을 제시합니다.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코드를 수정할 때마다 그 변경 이력을 저장해두는 도구예요. 언제 무엇이 바뀌었는지 기록되고, 문제가 생기면 예전 버전으로 되돌릴 수 있어요.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쉽게 말하면: 문서 작업할 때 쓰는 '버전별로 저장하기'를 훨씬 정교하게 만든 것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Git으로 관리하는 코드를 인터넷에 올려두고, 여러 사람이 같이 보고 수정할 수 있게 해주는 웹사이트예요.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66344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쉽게 말하면: 코드를 위한 구글 드라이브 + 협업 도구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저장소 (Repository)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프로젝트의 코드와 변경 이력이 전부 들어있는 폴더예요. 흔히 '레포(repo)'라고 줄여 불러요.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https://docs.github.com/en/repositories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모노리포 (Monorepo)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여러 개의 앱이나 서비스를 하나의 저장소 안에 같이 담아두는 방식이에요. 이 프로젝트는 웹 앱, 관리자 앱, Flutter 앱을 전부 한 저장소에 같이 두고 있어요.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https://github.com/white100s/social_flow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프론트엔드 (Frontend)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사용자가 직접 보고 클릭하는 화면 부분이에요. 웹사이트의 디자인, 버튼, 글자 등이 여기 해당돼요.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https://developer.mozilla.org/en-US/docs/Learn/Getting_started_with_the_web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 (Backend)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 뒤에서 데이터를 저장하고 처리하는 부분이에요. 로그인 확인, 게시글 저장 같은 일이 여기서 일어나요.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https://developer.mozilla.org/en-US/docs/Learn/Server-side/First_steps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프론트엔드가 백엔드에게 데이터를 요청하고 받을 때 쓰는, 서로 약속된 통신 방법이에요.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https://developer.mozilla.org/en-US/docs/Web/API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리액트(React) 기반으로 웹사이트를 쉽게 만들 수 있게 도와주는 프레임워크예요. 이 프로젝트의 웹 앱과 관리자 앱이 Next.js로 만들어졌어요.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https://nextjs.org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Next.js를 만든 회사이고, Next.js로 만든 웹사이트를 인터넷에 올려서 서비스할 수 있게 해주는 배포 플랫폼이에요.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https://vercel.com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데이터베이스, 회원가입/로그인, API를 한 번에 제공해주는 서비스예요. 직접 서버를 만들지 않아도 백엔드를 빠르게 갖출 수 있어요. 이 프로젝트의 실제 데이터베이스이자 로그인 시스템이에요.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https://supabase.com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(Row Level Security)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데이터베이스 안에서 '누가 어떤 데이터를 보고 고칠 수 있는지'를 강제하는 보안 규칙이에요. 예: '내 글은 나만 지울 수 있다'를 DB가 직접 강제함.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https://supabase.com/docs/guides/database/postgres/row-level-security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구글이 만든 도구로, 코드 하나로 아이폰, 안드로이드, 맥, 윈도우용 앱을 동시에 만들 수 있게 해줘요.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https://flutter.dev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자바스크립트 프로젝트에 필요한 외부 코드(라이브러리)를 설치하고 관리해주는 가장 기본적인 도구예요.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https://www.npmjs.com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pnpm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npm과 같은 역할을 하지만 더 빠르고 디스크 공간을 아껴주는 패키지 매니저예요. 이 프로젝트는 pnpm을 사용해요.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https://pnpm.io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용어 설명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86000"/>
            <a:ext cx="110642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2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터미널에서 자연어로 대화하면서 코드를 대신 읽고, 쓰고, 실행까지 해주는 AI 코딩 도구예요. 이 프로젝트도 전부 Claude Code와 대화하면서 만들어졌어요.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자세히 보기: </a:t>
            </a:r>
            <a:pPr indent="0" marL="0">
              <a:buNone/>
            </a:pPr>
            <a:r>
              <a:rPr lang="en-US" sz="1500" u="sng" dirty="0">
                <a:solidFill>
                  <a:srgbClr val="5B8DE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https://claude.com/claude-code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무엇을, 왜 만들고 있는가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Threads(스레드)를 벤치마킹한 소셜 앱 — 짧은 글 피드, 좋아요, 팔로우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백엔드는 Supabase 하나로 통일: Postgres + Auth + RLS + (추후) Storage/Realtime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클라이언트는 세 개: 웹(Next.js 16), 네이티브 앱(Flutter), 관리자 웹(Next.js)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Flutter는 macOS/Windows/Android/iOS/Web까지 한 코드베이스로 커버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리포지토리 하나 안에서 각 앱을 폴더로 분리하는 모노리포 구조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모델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supabase/schema.sql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profiles   id(uuid, = auth.users.id) · username(unique) · display_name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avatar_url · bio · is_admin · is_banned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posts      id · author_id → profiles.id · content · reply_to_id(nullable)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likes      post_id → posts.id · user_id → profiles.id  (복합 PK)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follows    follower_id → profiles.id · following_id → profiles.id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(복합 PK, follower ≠ following 체크 제약)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흐름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Auth + 자동 프로필 생성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가입: 이메일 + 비밀번호만 입력 (아이디는 받지 않음)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auth.users insert 시 handle_new_user 트리거가 profiles row를 자동 생성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username이 없으면 user_&lt;uuid앞8자리&gt;, display_name은 이메일 앞부분으로 대체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이메일 확인(confirm email)이 켜져 있어 인증 전엔 로그인 불가 → /login?confirm=1 안내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테이블에 RLS 적용: 읽기는 공개, 쓰기는 auth.uid()가 본인 것일 때만 허용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앱 (Next.js 16)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Router + Server Actions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라우트 대부분이 Server Component — 서버에서 Supabase를 직접 쿼리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쓰기 작업(좋아요, 팔로우, 글쓰기, 로그인/가입)은 전부 Server Actions ("use server")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src/proxy.ts (Next 16의 middleware 후속 컨벤션)가 세션 갱신 + /new, /settings 보호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src/lib/supabase/{client,server}.ts — 브라우저용 / 서버용 Supabase 클라이언트 분리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포트 3721에서 개발 서버 실행 (pnpm dev)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다국어 &amp; 테마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쿠키 기반, 서버에서 렌더링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/ 영어 지원 — src/lib/i18n/dictionaries.ts 에 모든 문구 집중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locale 쿠키로 서버 컴포넌트에서 바로 알맞은 언어 렌더링 (클라이언트 JS 불필요)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다크 / 라이트 테마도 동일 패턴 — theme 쿠키 + data-theme 속성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다크 모드는 순검정 대신 부드러운 차콜(#17181A) 사용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앱도 동일한 문구·색상 토큰을 그대로 이식 (lib/i18n, lib/theme)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Supabase 프로젝트를 그대로 사용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flutter_app/lib/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constants.dart        # Supabase URL / anon key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theme/                # AppColors, AppTheme (웹과 동일 팔레트)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i18n/                 # dictionaries.dart (웹과 동일 문구)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state/                # AppPreferences (locale/theme, SharedPreferences)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services/              # Repository (posts/likes/follows/profiles 쿼리)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models/                # Profile, Post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screens/               # Login, Signup, Feed, NewPost, Profile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└─ widgets/               # PostCard, LikeButton, FollowButton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 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Supabase 프로젝트, RLS로 권한 분리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별도 Next.js 앱 (admin/) — 서비스 role 키 없이 anon 키 + RLS만으로 동작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profiles.is_admin 컬럼 + is_admin() security definer 함수로 권한 판정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관리자만 다른 사람의 프로필 수정(정지 처리) / 게시물 삭제 가능하도록 RLS 정책 추가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is_banned=true인 계정은 새 글/좋아요/팔로우 작성이 RLS에서 자동 차단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관리자는 SQL로 직접 지정: update profiles set is_admin=true where id=…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실행하기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터미널에서 대화하며 코드를 만드는 AI 도구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설치: npm install -g @anthropic-ai/claude-code (또는 공식 설치 스크립트)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폴더로 이동한 뒤 터미널에 claude 라고 치면 대화가 시작됨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'로그인 페이지 만들어줘' 처럼 자연어로 요청하면 파일을 직접 읽고, 쓰고, 필요하면 명령어(빌드/테스트/git)까지 실행함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코드를 복사·붙여넣기 하지 않아도 됨 — 결과물을 바로 프로젝트 안에 반영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오리엔테이션 문서와 소셜 플로우 프로젝트 전체가 Claude Code와의 대화로 만들어졌음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데모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제일 간단한 예시로 감 잡기: 자기소개 페이지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내가 입력: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"html/css로 자기소개 웹페이지 하나 만들어줘.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이름, 사진, 한 줄 소개, 연락처가 들어가면 좋겠어."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 Code가 하는 일: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1. index.html, style.css 파일을 새로 만듦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2. 이름/사진/소개/연락처 영역을 채워 넣음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3. 브라우저로 열어서 결과를 바로 확인할 수 있게 안내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포인트: 복잡한 프로젝트(소셜 플로우)도 원리는 똑같음 —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'무엇을 만들고 싶은지'를 문장으로 여러 번 주고받는 것의 반복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프로젝트 Clone 받아서 실행하기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 clone https://github.com/white100s/social_flow.git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social_flow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웹 (Next.js)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pnpm install &amp;&amp; pnpm dev        # http://localhost:3721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관리자 앱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admin &amp;&amp; pnpm install &amp;&amp; pnpm dev   # http://localhost:3722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Flutter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cd flutter_app &amp;&amp; flutter pub get &amp;&amp; flutter run -d chrome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DB 스키마 적용 (최초 1회, 재실행해도 안전)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Supabase 대시보드 → SQL Editor → supabase/schema.sql 실행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파일 구조 설명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모노리포 폴더 배치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11064240" cy="4206240"/>
          </a:xfrm>
          <a:prstGeom prst="roundRect">
            <a:avLst>
              <a:gd name="adj" fmla="val 1739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057400"/>
            <a:ext cx="105156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social_flows/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src/                 # Next.js 16 웹 앱 (App Router) · 포트 3721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├─ app/              # 라우트: /, /login, /signup, /new, /profile/[username]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├─ components/       # Header, PostCard, LikeButton, FollowButton 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lib/              # supabase 클라이언트, i18n 사전, theme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admin/                # 관리자 웹 앱 (Next.js) · 포트 3722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src/app/          # /login, /(대시보드), /users, /posts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supabase/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schema.sql        # 모든 테이블 + RLS + 관리자 정책, 하나의 파일로 통합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├─ flutter_app/          # Flutter 클라이언트 (macOS/Windows/Android/iOS/Web)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│   └─ lib/               # screens/, widgets/, services/, i18n/, theme/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2F2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└─ docs/                 # 이 오리엔테이션 자료 생성 스크립트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718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소셜 플로우 오리엔테이션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899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아직 안 된 것들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64240" cy="0"/>
          </a:xfrm>
          <a:prstGeom prst="line">
            <a:avLst/>
          </a:prstGeom>
          <a:noFill/>
          <a:ln w="19050">
            <a:solidFill>
              <a:srgbClr val="2021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10642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답글(스레드) UI — posts.reply_to_id는 이미 스키마에 있음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 업로드 (Supabase Storage)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피드 업데이트 (Supabase Realtime)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신고/문의 처리 흐름을 관리자 앱에 추가</a:t>
            </a:r>
            <a:endParaRPr lang="en-US" sz="18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800" dirty="0">
                <a:solidFill>
                  <a:srgbClr val="F2F2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macOS/iOS는 Xcode 전체 설치 후 빌드 검증 필요, Windows는 Windows 머신에서만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Social Flow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소셜 플로우 오리엔테이션</dc:title>
  <dc:subject>소셜 플로우(Social Flow) 신규 합류자 온보딩 자료</dc:subject>
  <dc:creator>Social Flow</dc:creator>
  <cp:lastModifiedBy>Social Flow</cp:lastModifiedBy>
  <cp:revision>1</cp:revision>
  <dcterms:created xsi:type="dcterms:W3CDTF">2026-07-13T10:10:37Z</dcterms:created>
  <dcterms:modified xsi:type="dcterms:W3CDTF">2026-07-13T10:10:37Z</dcterms:modified>
</cp:coreProperties>
</file>